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7A014-3CDC-262B-6E68-9430650CD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C746D-8537-636F-54F9-D11089AE5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BB566-0758-39B6-A1C9-6CE488116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9FF04-8CD0-4189-B089-55BA4534E0A8}" type="datetimeFigureOut">
              <a:rPr lang="en-SG" smtClean="0"/>
              <a:t>14/10/2026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D6843-695E-FAC1-9D4C-52CF38DF2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78C73-E8FE-9B8D-F385-FA0B1376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28D7-1BAF-4D08-A83B-5F7EA0B7E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1834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CC3C-8877-947F-C895-F00B46013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D530C-78ED-4483-D934-59B752DE4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B952E-2FCE-76BD-9E5F-82679ACC8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9FF04-8CD0-4189-B089-55BA4534E0A8}" type="datetimeFigureOut">
              <a:rPr lang="en-SG" smtClean="0"/>
              <a:t>14/10/2026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87277-2FD1-01A7-44D8-2E66D4D03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4CEE1-7E8B-8A23-A957-C5F9BEB88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28D7-1BAF-4D08-A83B-5F7EA0B7E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3688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CD951-0520-382C-0A7B-C5D45CB70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95B23-45CA-26A6-66A8-C0A9F6451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D4BBF-4418-F6C0-FC81-F84082D95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9FF04-8CD0-4189-B089-55BA4534E0A8}" type="datetimeFigureOut">
              <a:rPr lang="en-SG" smtClean="0"/>
              <a:t>14/10/2026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C4A95-807D-23CF-68E3-8044E244E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DE2C2-330C-6574-319C-FDFFBC17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28D7-1BAF-4D08-A83B-5F7EA0B7E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16956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8BCA3-336A-E9E8-EF88-AB4C9916F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4EAC4-7458-9CFC-0E0A-9DB2100660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C39A6-FFC3-B633-D4F4-3762EDA4B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6B0C4-E6AD-E0C2-84CA-843C4F035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9FF04-8CD0-4189-B089-55BA4534E0A8}" type="datetimeFigureOut">
              <a:rPr lang="en-SG" smtClean="0"/>
              <a:t>14/10/2026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B0C7F-99BD-B921-4273-95C6843E1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F26A7-77FE-5C4D-A749-39C56965A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28D7-1BAF-4D08-A83B-5F7EA0B7E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2439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52C30-BE9B-2CA5-4D64-7352CA322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06C65-4E19-8005-C7A3-4C1CC77AC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35B0F-51C2-282B-33B4-D22170E9D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A7318D-3476-4030-E8A3-7697F0EA90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FCCDA-00BF-F389-184B-32B6588822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503069-42E5-C2D7-F3E2-1DD59CE2E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9FF04-8CD0-4189-B089-55BA4534E0A8}" type="datetimeFigureOut">
              <a:rPr lang="en-SG" smtClean="0"/>
              <a:t>14/10/2026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8FFC38-3CA8-9B4B-62C5-1A145C1FB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6C3805-48A5-113A-57B0-AAB0A70E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28D7-1BAF-4D08-A83B-5F7EA0B7E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20981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3AE37-EB77-A9D4-45F0-1AC25ADA0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B9227C-1484-75D3-1452-BA141CDF5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9FF04-8CD0-4189-B089-55BA4534E0A8}" type="datetimeFigureOut">
              <a:rPr lang="en-SG" smtClean="0"/>
              <a:t>14/10/2026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A5EC6-D210-AD8A-3515-69F535FC3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46F5D9-05F9-4F89-5749-AFAB7EC0E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28D7-1BAF-4D08-A83B-5F7EA0B7E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75295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BD8BFF-268E-09FF-B37A-F18E74D75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9FF04-8CD0-4189-B089-55BA4534E0A8}" type="datetimeFigureOut">
              <a:rPr lang="en-SG" smtClean="0"/>
              <a:t>14/10/2026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2C9DAF-4D82-83AD-5342-888627C1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0DD69-9D87-8608-C2C9-1ADD28814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28D7-1BAF-4D08-A83B-5F7EA0B7E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54932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920C3-0176-2E66-3ECD-08506B89F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43DAD-8434-B64A-37FD-095DC2C66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D5ACA-1840-2908-5BFB-9AE1B5F1D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5D350-7BA0-D582-C735-2FBD90956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9FF04-8CD0-4189-B089-55BA4534E0A8}" type="datetimeFigureOut">
              <a:rPr lang="en-SG" smtClean="0"/>
              <a:t>14/10/2026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7DB4E-A2EA-3BFC-97B7-A65F512B2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291B5-F9E2-FAF1-E29A-CA49938F5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28D7-1BAF-4D08-A83B-5F7EA0B7E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0597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3140-F054-AB12-DA2F-C96BC6423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2F764-E335-D9B9-F6E6-9C59DD6BA2D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990F5-0DB4-A504-3DF9-A44D52EEF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DD16B-7B77-DF36-0734-9EF4E13C6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9FF04-8CD0-4189-B089-55BA4534E0A8}" type="datetimeFigureOut">
              <a:rPr lang="en-SG" smtClean="0"/>
              <a:t>14/10/2026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C9428-B06B-CBC5-2C92-69E0DAFA8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2B033-EBBA-A6C6-EA01-C9BAFECF2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28D7-1BAF-4D08-A83B-5F7EA0B7E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15952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A2700-1D76-54FF-291B-3C1CED067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DA1ED-23BF-5E2D-1A1B-5838FF1AD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1AE30-0DF1-9B13-2250-D6E1D4ED7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9FF04-8CD0-4189-B089-55BA4534E0A8}" type="datetimeFigureOut">
              <a:rPr lang="en-SG" smtClean="0"/>
              <a:t>14/10/2026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18AA5-C0EA-9037-1EAB-6D25DA4DD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4DDA0-C819-8728-DC6E-B252DA7C6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28D7-1BAF-4D08-A83B-5F7EA0B7E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64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CE208F-E879-824F-65AE-784632A319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AF0E0-ABC7-1313-B9E3-7FA297532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A8C87-66C1-05EC-C076-21BF6DFA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9FF04-8CD0-4189-B089-55BA4534E0A8}" type="datetimeFigureOut">
              <a:rPr lang="en-SG" smtClean="0"/>
              <a:t>14/10/2026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D120A-3613-704A-552B-D6B90BCB6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BD65E-331A-0D36-4F6D-0963DE066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28D7-1BAF-4D08-A83B-5F7EA0B7E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4772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54D153-0B33-64A9-C2F7-F0EFF8D40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FFA68-A29A-25B2-944E-E2D4B15A1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00D40-BD4B-8A77-EAC8-37323691A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C9FF04-8CD0-4189-B089-55BA4534E0A8}" type="datetimeFigureOut">
              <a:rPr lang="en-SG" smtClean="0"/>
              <a:t>14/10/2026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AC0A9-6CB8-416E-1DEA-CAB1CCA42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5BC82-922C-6490-D654-96707BDE31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F28D7-1BAF-4D08-A83B-5F7EA0B7E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7968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6EAFEC2-FC1E-3DBF-B617-373E0EBA4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8893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d4cddf5-7f26-45b6-b9da-6cfabc2e3769}" enabled="1" method="Standard" siteId="{8b793201-bed7-4ad0-b265-3e6b41c2f5b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Harsha Turlapati (SUSS)</dc:creator>
  <cp:lastModifiedBy>Sri Harsha Turlapati (SUSS)</cp:lastModifiedBy>
  <cp:revision>1</cp:revision>
  <dcterms:created xsi:type="dcterms:W3CDTF">2026-10-14T07:21:48Z</dcterms:created>
  <dcterms:modified xsi:type="dcterms:W3CDTF">2026-10-14T07:21:59Z</dcterms:modified>
</cp:coreProperties>
</file>